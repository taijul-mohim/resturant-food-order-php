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80" r:id="rId4"/>
    <p:sldId id="258" r:id="rId5"/>
    <p:sldId id="277" r:id="rId6"/>
    <p:sldId id="27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9" r:id="rId21"/>
    <p:sldId id="272" r:id="rId22"/>
    <p:sldId id="273" r:id="rId23"/>
    <p:sldId id="274" r:id="rId24"/>
    <p:sldId id="275" r:id="rId25"/>
    <p:sldId id="281" r:id="rId26"/>
    <p:sldId id="27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31" autoAdjust="0"/>
    <p:restoredTop sz="94660"/>
  </p:normalViewPr>
  <p:slideViewPr>
    <p:cSldViewPr snapToGrid="0">
      <p:cViewPr varScale="1">
        <p:scale>
          <a:sx n="81" d="100"/>
          <a:sy n="81" d="100"/>
        </p:scale>
        <p:origin x="4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1773E-06E6-428E-9ABC-6987B80AAD50}" type="datetimeFigureOut">
              <a:rPr lang="en-GB" smtClean="0"/>
              <a:t>21/04/2022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F9EDB-506C-4691-A775-11EC3511A8A8}" type="slidenum">
              <a:rPr lang="en-GB" smtClean="0"/>
              <a:t>‹#›</a:t>
            </a:fld>
            <a:endParaRPr lang="en-GB"/>
          </a:p>
        </p:txBody>
      </p:sp>
    </p:spTree>
    <p:extLst>
      <p:ext uri="{BB962C8B-B14F-4D97-AF65-F5344CB8AC3E}">
        <p14:creationId xmlns:p14="http://schemas.microsoft.com/office/powerpoint/2010/main" val="1794125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4F76-CD64-4A42-B67F-E3FB2793B2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B9C8B4-7775-4553-8668-4703F82CB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CE27B12-67FC-482C-9176-53E9CD53377B}"/>
              </a:ext>
            </a:extLst>
          </p:cNvPr>
          <p:cNvSpPr>
            <a:spLocks noGrp="1"/>
          </p:cNvSpPr>
          <p:nvPr>
            <p:ph type="dt" sz="half" idx="10"/>
          </p:nvPr>
        </p:nvSpPr>
        <p:spPr/>
        <p:txBody>
          <a:bodyPr/>
          <a:lstStyle/>
          <a:p>
            <a:fld id="{CDE04F25-136E-44B6-A1C8-1BE7358E30BD}" type="datetime1">
              <a:rPr lang="en-GB" smtClean="0"/>
              <a:t>21/04/2022</a:t>
            </a:fld>
            <a:endParaRPr lang="en-GB"/>
          </a:p>
        </p:txBody>
      </p:sp>
      <p:sp>
        <p:nvSpPr>
          <p:cNvPr id="5" name="Footer Placeholder 4">
            <a:extLst>
              <a:ext uri="{FF2B5EF4-FFF2-40B4-BE49-F238E27FC236}">
                <a16:creationId xmlns:a16="http://schemas.microsoft.com/office/drawing/2014/main" id="{95E69437-25BE-495B-8537-8212F87B7D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D5E6C3-DA54-4D10-8DA8-1331BA20E4D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93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031D-CD12-419F-B5B3-8E7F6CADB3A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73A5C7-EDC5-4C35-A006-5B94EEEBC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79ED1A-6750-4D85-B7D5-F8C79D214891}"/>
              </a:ext>
            </a:extLst>
          </p:cNvPr>
          <p:cNvSpPr>
            <a:spLocks noGrp="1"/>
          </p:cNvSpPr>
          <p:nvPr>
            <p:ph type="dt" sz="half" idx="10"/>
          </p:nvPr>
        </p:nvSpPr>
        <p:spPr/>
        <p:txBody>
          <a:bodyPr/>
          <a:lstStyle/>
          <a:p>
            <a:fld id="{DB65A51E-3EFD-411D-83D6-236233ABEE4B}" type="datetime1">
              <a:rPr lang="en-GB" smtClean="0"/>
              <a:t>21/04/2022</a:t>
            </a:fld>
            <a:endParaRPr lang="en-GB"/>
          </a:p>
        </p:txBody>
      </p:sp>
      <p:sp>
        <p:nvSpPr>
          <p:cNvPr id="5" name="Footer Placeholder 4">
            <a:extLst>
              <a:ext uri="{FF2B5EF4-FFF2-40B4-BE49-F238E27FC236}">
                <a16:creationId xmlns:a16="http://schemas.microsoft.com/office/drawing/2014/main" id="{673B5DD8-D424-437B-B609-F62EFF2E0F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31413-E56E-4836-9A2F-5CBEEDBB048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294681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D571-1A5A-43AE-A002-5D35659896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F8C6C2-C010-467B-B472-231E298AD0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8F2110-C7F3-452A-94E4-D074B5A7C66F}"/>
              </a:ext>
            </a:extLst>
          </p:cNvPr>
          <p:cNvSpPr>
            <a:spLocks noGrp="1"/>
          </p:cNvSpPr>
          <p:nvPr>
            <p:ph type="dt" sz="half" idx="10"/>
          </p:nvPr>
        </p:nvSpPr>
        <p:spPr/>
        <p:txBody>
          <a:bodyPr/>
          <a:lstStyle/>
          <a:p>
            <a:fld id="{A4CDB5EC-050C-46F6-BD5A-44BBB4227E60}" type="datetime1">
              <a:rPr lang="en-GB" smtClean="0"/>
              <a:t>21/04/2022</a:t>
            </a:fld>
            <a:endParaRPr lang="en-GB"/>
          </a:p>
        </p:txBody>
      </p:sp>
      <p:sp>
        <p:nvSpPr>
          <p:cNvPr id="5" name="Footer Placeholder 4">
            <a:extLst>
              <a:ext uri="{FF2B5EF4-FFF2-40B4-BE49-F238E27FC236}">
                <a16:creationId xmlns:a16="http://schemas.microsoft.com/office/drawing/2014/main" id="{B38C9551-F9F7-4627-AB62-CA22118C6B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8F1264-CBF2-46A6-B1C6-36A2F8F27847}"/>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097798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FFE5-9AF4-4BB6-AF53-20561793D2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DB968C5-DA3A-4B4F-8925-03FEB64F3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387C69-F257-4566-A115-EAEF9243D9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F556DA0-DF88-4C5F-91E6-7C1DA8A81FE6}"/>
              </a:ext>
            </a:extLst>
          </p:cNvPr>
          <p:cNvSpPr>
            <a:spLocks noGrp="1"/>
          </p:cNvSpPr>
          <p:nvPr>
            <p:ph type="dt" sz="half" idx="10"/>
          </p:nvPr>
        </p:nvSpPr>
        <p:spPr/>
        <p:txBody>
          <a:bodyPr/>
          <a:lstStyle/>
          <a:p>
            <a:fld id="{33BB053E-F907-49E0-8522-A2DD4F6F61BF}" type="datetime1">
              <a:rPr lang="en-GB" smtClean="0"/>
              <a:t>21/04/2022</a:t>
            </a:fld>
            <a:endParaRPr lang="en-GB"/>
          </a:p>
        </p:txBody>
      </p:sp>
      <p:sp>
        <p:nvSpPr>
          <p:cNvPr id="6" name="Footer Placeholder 5">
            <a:extLst>
              <a:ext uri="{FF2B5EF4-FFF2-40B4-BE49-F238E27FC236}">
                <a16:creationId xmlns:a16="http://schemas.microsoft.com/office/drawing/2014/main" id="{980E900F-F98F-4361-869E-10BB6F1135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9FD7943-2F7B-4810-B259-63543132673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35272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E24E-CB0C-430C-BE1C-A5B26577CD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F6367C-B1C3-407C-9126-9100F9159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8FED91-EF01-4F71-83D9-9ECAA52EF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470FB6-B42E-4EC6-8DF8-ADD74D357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BC4DF0-C4D7-4A0A-BC3F-58359F5F2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DEF9297-73A2-40A9-A40B-2887F3A2AA25}"/>
              </a:ext>
            </a:extLst>
          </p:cNvPr>
          <p:cNvSpPr>
            <a:spLocks noGrp="1"/>
          </p:cNvSpPr>
          <p:nvPr>
            <p:ph type="dt" sz="half" idx="10"/>
          </p:nvPr>
        </p:nvSpPr>
        <p:spPr/>
        <p:txBody>
          <a:bodyPr/>
          <a:lstStyle/>
          <a:p>
            <a:fld id="{9A5B1097-BFD9-42A4-B21D-990E4C2468F4}" type="datetime1">
              <a:rPr lang="en-GB" smtClean="0"/>
              <a:t>21/04/2022</a:t>
            </a:fld>
            <a:endParaRPr lang="en-GB"/>
          </a:p>
        </p:txBody>
      </p:sp>
      <p:sp>
        <p:nvSpPr>
          <p:cNvPr id="8" name="Footer Placeholder 7">
            <a:extLst>
              <a:ext uri="{FF2B5EF4-FFF2-40B4-BE49-F238E27FC236}">
                <a16:creationId xmlns:a16="http://schemas.microsoft.com/office/drawing/2014/main" id="{37C28BED-F026-481A-8C70-CA319ECE730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3441BF-ABC4-4E5A-9C0C-25AD3A73E661}"/>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24181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6BEA4-5373-4A13-AB4D-5C5A2524B1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66495C-7806-4D54-A217-0DAC04C2E9EE}"/>
              </a:ext>
            </a:extLst>
          </p:cNvPr>
          <p:cNvSpPr>
            <a:spLocks noGrp="1"/>
          </p:cNvSpPr>
          <p:nvPr>
            <p:ph type="dt" sz="half" idx="10"/>
          </p:nvPr>
        </p:nvSpPr>
        <p:spPr/>
        <p:txBody>
          <a:bodyPr/>
          <a:lstStyle/>
          <a:p>
            <a:fld id="{CCAAD6A7-2899-47D9-8D21-D4BCA7A0E2AE}" type="datetime1">
              <a:rPr lang="en-GB" smtClean="0"/>
              <a:t>21/04/2022</a:t>
            </a:fld>
            <a:endParaRPr lang="en-GB"/>
          </a:p>
        </p:txBody>
      </p:sp>
      <p:sp>
        <p:nvSpPr>
          <p:cNvPr id="4" name="Footer Placeholder 3">
            <a:extLst>
              <a:ext uri="{FF2B5EF4-FFF2-40B4-BE49-F238E27FC236}">
                <a16:creationId xmlns:a16="http://schemas.microsoft.com/office/drawing/2014/main" id="{1FCE5DB7-1FC4-4F96-9FE7-D07BB892C57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FFA4D12-BCBE-480E-B992-0AEBDCC96B6C}"/>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075886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1CD82F-7868-479C-BEB9-AC9269BFBC15}"/>
              </a:ext>
            </a:extLst>
          </p:cNvPr>
          <p:cNvSpPr>
            <a:spLocks noGrp="1"/>
          </p:cNvSpPr>
          <p:nvPr>
            <p:ph type="dt" sz="half" idx="10"/>
          </p:nvPr>
        </p:nvSpPr>
        <p:spPr/>
        <p:txBody>
          <a:bodyPr/>
          <a:lstStyle/>
          <a:p>
            <a:fld id="{42E0AE39-562D-473E-A854-384E2533684F}" type="datetime1">
              <a:rPr lang="en-GB" smtClean="0"/>
              <a:t>21/04/2022</a:t>
            </a:fld>
            <a:endParaRPr lang="en-GB"/>
          </a:p>
        </p:txBody>
      </p:sp>
      <p:sp>
        <p:nvSpPr>
          <p:cNvPr id="3" name="Footer Placeholder 2">
            <a:extLst>
              <a:ext uri="{FF2B5EF4-FFF2-40B4-BE49-F238E27FC236}">
                <a16:creationId xmlns:a16="http://schemas.microsoft.com/office/drawing/2014/main" id="{A3422876-3D4C-45D2-8A3C-013C7C7F2F6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C122E4-ACE5-4F26-BB4E-1B4A7D14583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10824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E735-0EDD-4499-9B0D-AF5E40E31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75F773-E240-40D7-B844-0AC6736030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F037B41-BD80-4A12-9EC1-913E1DB3B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7B7E6-51BE-4B48-9892-9BE34802287F}"/>
              </a:ext>
            </a:extLst>
          </p:cNvPr>
          <p:cNvSpPr>
            <a:spLocks noGrp="1"/>
          </p:cNvSpPr>
          <p:nvPr>
            <p:ph type="dt" sz="half" idx="10"/>
          </p:nvPr>
        </p:nvSpPr>
        <p:spPr/>
        <p:txBody>
          <a:bodyPr/>
          <a:lstStyle/>
          <a:p>
            <a:fld id="{2867C9AA-8652-4CC5-BB50-5C3A1A922341}" type="datetime1">
              <a:rPr lang="en-GB" smtClean="0"/>
              <a:t>21/04/2022</a:t>
            </a:fld>
            <a:endParaRPr lang="en-GB"/>
          </a:p>
        </p:txBody>
      </p:sp>
      <p:sp>
        <p:nvSpPr>
          <p:cNvPr id="6" name="Footer Placeholder 5">
            <a:extLst>
              <a:ext uri="{FF2B5EF4-FFF2-40B4-BE49-F238E27FC236}">
                <a16:creationId xmlns:a16="http://schemas.microsoft.com/office/drawing/2014/main" id="{D31D2E1E-2112-4D7A-B449-E479A55F68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835DD7-87A9-4F27-9E62-234B050245FE}"/>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68622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7BDE7-3C2D-4440-A790-D2B02A585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525067-9BBC-4E75-8114-58BD3EDF0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5C2BA-ABC3-4F62-B122-1D29A4DB4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0774B-56C0-44CC-8785-A03433C984A4}"/>
              </a:ext>
            </a:extLst>
          </p:cNvPr>
          <p:cNvSpPr>
            <a:spLocks noGrp="1"/>
          </p:cNvSpPr>
          <p:nvPr>
            <p:ph type="dt" sz="half" idx="10"/>
          </p:nvPr>
        </p:nvSpPr>
        <p:spPr/>
        <p:txBody>
          <a:bodyPr/>
          <a:lstStyle/>
          <a:p>
            <a:fld id="{414F39FD-F350-4F87-AEFE-CFB2E7C5E9A2}" type="datetime1">
              <a:rPr lang="en-GB" smtClean="0"/>
              <a:t>21/04/2022</a:t>
            </a:fld>
            <a:endParaRPr lang="en-GB"/>
          </a:p>
        </p:txBody>
      </p:sp>
      <p:sp>
        <p:nvSpPr>
          <p:cNvPr id="6" name="Footer Placeholder 5">
            <a:extLst>
              <a:ext uri="{FF2B5EF4-FFF2-40B4-BE49-F238E27FC236}">
                <a16:creationId xmlns:a16="http://schemas.microsoft.com/office/drawing/2014/main" id="{E24EC745-53A6-4E7C-B9D3-0A7C8F43E9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CD8DA9-94D6-4EB4-BB60-C680203A69C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41877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4C2A-AD36-4D01-B149-1DCE64CFF0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5E19A1-FBBE-4C88-97D3-32D953829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F10C7B-D125-4500-B1D0-C79A0F346AAF}"/>
              </a:ext>
            </a:extLst>
          </p:cNvPr>
          <p:cNvSpPr>
            <a:spLocks noGrp="1"/>
          </p:cNvSpPr>
          <p:nvPr>
            <p:ph type="dt" sz="half" idx="10"/>
          </p:nvPr>
        </p:nvSpPr>
        <p:spPr/>
        <p:txBody>
          <a:bodyPr/>
          <a:lstStyle/>
          <a:p>
            <a:fld id="{40CDE7A7-FC15-434E-96BF-B69EF644B173}" type="datetime1">
              <a:rPr lang="en-GB" smtClean="0"/>
              <a:t>21/04/2022</a:t>
            </a:fld>
            <a:endParaRPr lang="en-GB"/>
          </a:p>
        </p:txBody>
      </p:sp>
      <p:sp>
        <p:nvSpPr>
          <p:cNvPr id="5" name="Footer Placeholder 4">
            <a:extLst>
              <a:ext uri="{FF2B5EF4-FFF2-40B4-BE49-F238E27FC236}">
                <a16:creationId xmlns:a16="http://schemas.microsoft.com/office/drawing/2014/main" id="{E0202584-28C1-40E5-995C-99588EA45B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B08E7A-ECB1-491E-9544-EBB2219EE4E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85655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EAA8EE-7172-4D1D-80FD-BE407F2C8C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E209D5-35F3-4430-9DF7-5C43598290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12D3C8-A39E-4FD5-BB99-BE058735C441}"/>
              </a:ext>
            </a:extLst>
          </p:cNvPr>
          <p:cNvSpPr>
            <a:spLocks noGrp="1"/>
          </p:cNvSpPr>
          <p:nvPr>
            <p:ph type="dt" sz="half" idx="10"/>
          </p:nvPr>
        </p:nvSpPr>
        <p:spPr/>
        <p:txBody>
          <a:bodyPr/>
          <a:lstStyle/>
          <a:p>
            <a:fld id="{ABB584A0-5A68-4B68-A382-7AA8E1AD0A59}" type="datetime1">
              <a:rPr lang="en-GB" smtClean="0"/>
              <a:t>21/04/2022</a:t>
            </a:fld>
            <a:endParaRPr lang="en-GB"/>
          </a:p>
        </p:txBody>
      </p:sp>
      <p:sp>
        <p:nvSpPr>
          <p:cNvPr id="5" name="Footer Placeholder 4">
            <a:extLst>
              <a:ext uri="{FF2B5EF4-FFF2-40B4-BE49-F238E27FC236}">
                <a16:creationId xmlns:a16="http://schemas.microsoft.com/office/drawing/2014/main" id="{12992790-DFBE-453B-B497-459A1E9E7D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77CD90-05F1-4267-907F-421B00F86590}"/>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5364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EB795-9618-4D84-A3C0-01AED1F4E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7EC810-906C-4D6F-9ED9-5F057B6BEB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76A013-00F6-43CE-B446-F372A55DB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66A6B9-2497-4890-8122-B37871EA10A2}" type="datetime1">
              <a:rPr lang="en-GB" smtClean="0"/>
              <a:t>21/04/2022</a:t>
            </a:fld>
            <a:endParaRPr lang="en-GB"/>
          </a:p>
        </p:txBody>
      </p:sp>
      <p:sp>
        <p:nvSpPr>
          <p:cNvPr id="5" name="Footer Placeholder 4">
            <a:extLst>
              <a:ext uri="{FF2B5EF4-FFF2-40B4-BE49-F238E27FC236}">
                <a16:creationId xmlns:a16="http://schemas.microsoft.com/office/drawing/2014/main" id="{64CE0205-ABCF-440B-859F-91CF275E11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FEB1A9D-1321-4ABF-9032-937DBA26B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0421C-0D0E-42A1-86C3-294E7184D2F5}" type="slidenum">
              <a:rPr lang="en-GB" smtClean="0"/>
              <a:t>‹#›</a:t>
            </a:fld>
            <a:endParaRPr lang="en-GB"/>
          </a:p>
        </p:txBody>
      </p:sp>
    </p:spTree>
    <p:extLst>
      <p:ext uri="{BB962C8B-B14F-4D97-AF65-F5344CB8AC3E}">
        <p14:creationId xmlns:p14="http://schemas.microsoft.com/office/powerpoint/2010/main" val="2166794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41A6-A1D5-4BEA-8744-368E744D8D0B}"/>
              </a:ext>
            </a:extLst>
          </p:cNvPr>
          <p:cNvSpPr>
            <a:spLocks noGrp="1"/>
          </p:cNvSpPr>
          <p:nvPr>
            <p:ph type="ctrTitle"/>
          </p:nvPr>
        </p:nvSpPr>
        <p:spPr/>
        <p:txBody>
          <a:bodyPr/>
          <a:lstStyle/>
          <a:p>
            <a:r>
              <a:rPr lang="en-GB" dirty="0"/>
              <a:t>Food Order System</a:t>
            </a:r>
          </a:p>
        </p:txBody>
      </p:sp>
      <p:sp>
        <p:nvSpPr>
          <p:cNvPr id="3" name="Slide Number Placeholder 2"/>
          <p:cNvSpPr>
            <a:spLocks noGrp="1"/>
          </p:cNvSpPr>
          <p:nvPr>
            <p:ph type="sldNum" sz="quarter" idx="12"/>
          </p:nvPr>
        </p:nvSpPr>
        <p:spPr/>
        <p:txBody>
          <a:bodyPr/>
          <a:lstStyle/>
          <a:p>
            <a:fld id="{8500421C-0D0E-42A1-86C3-294E7184D2F5}" type="slidenum">
              <a:rPr lang="en-GB" smtClean="0"/>
              <a:t>1</a:t>
            </a:fld>
            <a:endParaRPr lang="en-GB"/>
          </a:p>
        </p:txBody>
      </p:sp>
      <p:sp>
        <p:nvSpPr>
          <p:cNvPr id="4" name="Date Placeholder 3"/>
          <p:cNvSpPr>
            <a:spLocks noGrp="1"/>
          </p:cNvSpPr>
          <p:nvPr>
            <p:ph type="dt" sz="half" idx="10"/>
          </p:nvPr>
        </p:nvSpPr>
        <p:spPr/>
        <p:txBody>
          <a:bodyPr/>
          <a:lstStyle/>
          <a:p>
            <a:fld id="{1A046074-9FAC-4291-A77F-CDDEDE5CC378}" type="datetime1">
              <a:rPr lang="en-GB" smtClean="0"/>
              <a:t>21/04/2022</a:t>
            </a:fld>
            <a:endParaRPr lang="en-GB"/>
          </a:p>
        </p:txBody>
      </p:sp>
    </p:spTree>
    <p:extLst>
      <p:ext uri="{BB962C8B-B14F-4D97-AF65-F5344CB8AC3E}">
        <p14:creationId xmlns:p14="http://schemas.microsoft.com/office/powerpoint/2010/main" val="2671132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84BC-5B56-4319-B39E-A87FFC5DBAE5}"/>
              </a:ext>
            </a:extLst>
          </p:cNvPr>
          <p:cNvSpPr>
            <a:spLocks noGrp="1"/>
          </p:cNvSpPr>
          <p:nvPr>
            <p:ph type="title"/>
          </p:nvPr>
        </p:nvSpPr>
        <p:spPr>
          <a:xfrm>
            <a:off x="838200" y="0"/>
            <a:ext cx="10515600" cy="969818"/>
          </a:xfrm>
        </p:spPr>
        <p:txBody>
          <a:bodyPr/>
          <a:lstStyle/>
          <a:p>
            <a:r>
              <a:rPr lang="en-GB" dirty="0" smtClean="0"/>
              <a:t>Submitted By:</a:t>
            </a:r>
            <a:endParaRPr lang="en-GB" dirty="0"/>
          </a:p>
        </p:txBody>
      </p:sp>
      <p:sp>
        <p:nvSpPr>
          <p:cNvPr id="3" name="Content Placeholder 2">
            <a:extLst>
              <a:ext uri="{FF2B5EF4-FFF2-40B4-BE49-F238E27FC236}">
                <a16:creationId xmlns:a16="http://schemas.microsoft.com/office/drawing/2014/main" id="{697EEC29-8A02-4552-A071-633D43EDE62B}"/>
              </a:ext>
            </a:extLst>
          </p:cNvPr>
          <p:cNvSpPr>
            <a:spLocks noGrp="1"/>
          </p:cNvSpPr>
          <p:nvPr>
            <p:ph idx="1"/>
          </p:nvPr>
        </p:nvSpPr>
        <p:spPr>
          <a:xfrm>
            <a:off x="923636" y="752762"/>
            <a:ext cx="4036291" cy="2932547"/>
          </a:xfrm>
        </p:spPr>
        <p:txBody>
          <a:bodyPr>
            <a:normAutofit/>
          </a:bodyPr>
          <a:lstStyle/>
          <a:p>
            <a:pPr marL="0" indent="0">
              <a:buNone/>
            </a:pPr>
            <a:r>
              <a:rPr lang="en-GB" sz="2400" dirty="0" err="1" smtClean="0"/>
              <a:t>Oabdel</a:t>
            </a:r>
            <a:r>
              <a:rPr lang="en-GB" sz="2400" dirty="0" smtClean="0"/>
              <a:t> Hasan</a:t>
            </a:r>
          </a:p>
          <a:p>
            <a:pPr marL="0" indent="0">
              <a:buNone/>
            </a:pPr>
            <a:r>
              <a:rPr lang="en-GB" sz="2400" dirty="0" smtClean="0"/>
              <a:t>Registration No:</a:t>
            </a:r>
          </a:p>
          <a:p>
            <a:pPr marL="0" indent="0">
              <a:buNone/>
            </a:pPr>
            <a:r>
              <a:rPr lang="en-GB" sz="2400" dirty="0" smtClean="0"/>
              <a:t>16502000589</a:t>
            </a:r>
            <a:endParaRPr lang="en-GB" sz="2400" dirty="0"/>
          </a:p>
          <a:p>
            <a:pPr marL="0" indent="0">
              <a:buNone/>
            </a:pPr>
            <a:r>
              <a:rPr lang="en-GB" sz="2400" dirty="0"/>
              <a:t>Session: </a:t>
            </a:r>
            <a:r>
              <a:rPr lang="en-GB" sz="2400" dirty="0" smtClean="0"/>
              <a:t>2016-17</a:t>
            </a:r>
            <a:endParaRPr lang="en-GB" sz="2400" dirty="0"/>
          </a:p>
          <a:p>
            <a:pPr marL="0" indent="0">
              <a:buNone/>
            </a:pPr>
            <a:endParaRPr lang="en-GB" dirty="0"/>
          </a:p>
        </p:txBody>
      </p:sp>
      <p:sp>
        <p:nvSpPr>
          <p:cNvPr id="4" name="Title 1">
            <a:extLst>
              <a:ext uri="{FF2B5EF4-FFF2-40B4-BE49-F238E27FC236}">
                <a16:creationId xmlns:a16="http://schemas.microsoft.com/office/drawing/2014/main" id="{503784BC-5B56-4319-B39E-A87FFC5DBAE5}"/>
              </a:ext>
            </a:extLst>
          </p:cNvPr>
          <p:cNvSpPr txBox="1">
            <a:spLocks/>
          </p:cNvSpPr>
          <p:nvPr/>
        </p:nvSpPr>
        <p:spPr>
          <a:xfrm>
            <a:off x="731982" y="2697017"/>
            <a:ext cx="10515600" cy="13854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t>Supervised By:</a:t>
            </a:r>
          </a:p>
          <a:p>
            <a:endParaRPr lang="en-GB" dirty="0"/>
          </a:p>
        </p:txBody>
      </p:sp>
      <p:sp>
        <p:nvSpPr>
          <p:cNvPr id="5" name="Content Placeholder 2">
            <a:extLst>
              <a:ext uri="{FF2B5EF4-FFF2-40B4-BE49-F238E27FC236}">
                <a16:creationId xmlns:a16="http://schemas.microsoft.com/office/drawing/2014/main" id="{697EEC29-8A02-4552-A071-633D43EDE62B}"/>
              </a:ext>
            </a:extLst>
          </p:cNvPr>
          <p:cNvSpPr txBox="1">
            <a:spLocks/>
          </p:cNvSpPr>
          <p:nvPr/>
        </p:nvSpPr>
        <p:spPr>
          <a:xfrm>
            <a:off x="923636" y="3572162"/>
            <a:ext cx="10323946" cy="31172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smtClean="0"/>
              <a:t>S.M.Mahmudul</a:t>
            </a:r>
            <a:r>
              <a:rPr lang="en-GB" sz="2400" dirty="0" smtClean="0"/>
              <a:t> Hasan</a:t>
            </a:r>
          </a:p>
          <a:p>
            <a:pPr marL="0" indent="0">
              <a:buFont typeface="Arial" panose="020B0604020202020204" pitchFamily="34" charset="0"/>
              <a:buNone/>
            </a:pPr>
            <a:r>
              <a:rPr lang="en-GB" sz="2400" dirty="0" smtClean="0"/>
              <a:t>Lecturer</a:t>
            </a:r>
          </a:p>
          <a:p>
            <a:pPr marL="0" indent="0">
              <a:buFont typeface="Arial" panose="020B0604020202020204" pitchFamily="34" charset="0"/>
              <a:buNone/>
            </a:pPr>
            <a:r>
              <a:rPr lang="en-GB" dirty="0" smtClean="0"/>
              <a:t>Department of Computer science and Engineering</a:t>
            </a:r>
          </a:p>
          <a:p>
            <a:pPr marL="0" indent="0">
              <a:buFont typeface="Arial" panose="020B0604020202020204" pitchFamily="34" charset="0"/>
              <a:buNone/>
            </a:pPr>
            <a:r>
              <a:rPr lang="en-GB" dirty="0" smtClean="0"/>
              <a:t>New Model Degree collage</a:t>
            </a:r>
            <a:endParaRPr lang="en-GB" dirty="0"/>
          </a:p>
        </p:txBody>
      </p:sp>
      <p:sp>
        <p:nvSpPr>
          <p:cNvPr id="7" name="Content Placeholder 2">
            <a:extLst>
              <a:ext uri="{FF2B5EF4-FFF2-40B4-BE49-F238E27FC236}">
                <a16:creationId xmlns:a16="http://schemas.microsoft.com/office/drawing/2014/main" id="{697EEC29-8A02-4552-A071-633D43EDE62B}"/>
              </a:ext>
            </a:extLst>
          </p:cNvPr>
          <p:cNvSpPr txBox="1">
            <a:spLocks/>
          </p:cNvSpPr>
          <p:nvPr/>
        </p:nvSpPr>
        <p:spPr>
          <a:xfrm>
            <a:off x="4959927" y="710045"/>
            <a:ext cx="4227945" cy="2932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Taijul Islam</a:t>
            </a:r>
          </a:p>
          <a:p>
            <a:pPr marL="0" indent="0">
              <a:buFont typeface="Arial" panose="020B0604020202020204" pitchFamily="34" charset="0"/>
              <a:buNone/>
            </a:pPr>
            <a:r>
              <a:rPr lang="en-GB" sz="2400" dirty="0" smtClean="0"/>
              <a:t>Registration No:</a:t>
            </a:r>
          </a:p>
          <a:p>
            <a:pPr marL="0" indent="0">
              <a:buFont typeface="Arial" panose="020B0604020202020204" pitchFamily="34" charset="0"/>
              <a:buNone/>
            </a:pPr>
            <a:r>
              <a:rPr lang="en-GB" sz="2400" dirty="0" smtClean="0"/>
              <a:t>16502000590</a:t>
            </a:r>
          </a:p>
          <a:p>
            <a:pPr marL="0" indent="0">
              <a:buFont typeface="Arial" panose="020B0604020202020204" pitchFamily="34" charset="0"/>
              <a:buNone/>
            </a:pPr>
            <a:r>
              <a:rPr lang="en-GB" sz="2400" dirty="0" smtClean="0"/>
              <a:t>Session: 2016-17</a:t>
            </a:r>
          </a:p>
          <a:p>
            <a:pPr marL="0" indent="0">
              <a:buFont typeface="Arial" panose="020B0604020202020204" pitchFamily="34" charset="0"/>
              <a:buNone/>
            </a:pPr>
            <a:endParaRPr lang="en-GB" sz="2400" dirty="0" smtClean="0"/>
          </a:p>
          <a:p>
            <a:pPr marL="0" indent="0">
              <a:buFont typeface="Arial" panose="020B0604020202020204" pitchFamily="34" charset="0"/>
              <a:buNone/>
            </a:pPr>
            <a:endParaRPr lang="en-GB" dirty="0"/>
          </a:p>
        </p:txBody>
      </p:sp>
      <p:sp>
        <p:nvSpPr>
          <p:cNvPr id="6" name="Slide Number Placeholder 5"/>
          <p:cNvSpPr>
            <a:spLocks noGrp="1"/>
          </p:cNvSpPr>
          <p:nvPr>
            <p:ph type="sldNum" sz="quarter" idx="12"/>
          </p:nvPr>
        </p:nvSpPr>
        <p:spPr/>
        <p:txBody>
          <a:bodyPr/>
          <a:lstStyle/>
          <a:p>
            <a:fld id="{8500421C-0D0E-42A1-86C3-294E7184D2F5}" type="slidenum">
              <a:rPr lang="en-GB" smtClean="0"/>
              <a:t>2</a:t>
            </a:fld>
            <a:endParaRPr lang="en-GB"/>
          </a:p>
        </p:txBody>
      </p:sp>
      <p:sp>
        <p:nvSpPr>
          <p:cNvPr id="8" name="Date Placeholder 7"/>
          <p:cNvSpPr>
            <a:spLocks noGrp="1"/>
          </p:cNvSpPr>
          <p:nvPr>
            <p:ph type="dt" sz="half" idx="10"/>
          </p:nvPr>
        </p:nvSpPr>
        <p:spPr/>
        <p:txBody>
          <a:bodyPr/>
          <a:lstStyle/>
          <a:p>
            <a:fld id="{4F6EDC54-4C4A-4A20-8800-1F470A8267BA}" type="datetime1">
              <a:rPr lang="en-GB" smtClean="0"/>
              <a:t>21/04/2022</a:t>
            </a:fld>
            <a:endParaRPr lang="en-GB"/>
          </a:p>
        </p:txBody>
      </p:sp>
    </p:spTree>
    <p:extLst>
      <p:ext uri="{BB962C8B-B14F-4D97-AF65-F5344CB8AC3E}">
        <p14:creationId xmlns:p14="http://schemas.microsoft.com/office/powerpoint/2010/main" val="16774294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GB" dirty="0" smtClean="0"/>
              <a:t>Motivation</a:t>
            </a:r>
          </a:p>
          <a:p>
            <a:r>
              <a:rPr lang="en-GB" dirty="0" smtClean="0"/>
              <a:t>Project Feasibility</a:t>
            </a:r>
          </a:p>
          <a:p>
            <a:r>
              <a:rPr lang="en-GB" dirty="0" smtClean="0"/>
              <a:t>Implementation</a:t>
            </a:r>
          </a:p>
          <a:p>
            <a:r>
              <a:rPr lang="en-GB" dirty="0" smtClean="0"/>
              <a:t>System Model</a:t>
            </a:r>
          </a:p>
          <a:p>
            <a:r>
              <a:rPr lang="en-GB" dirty="0" smtClean="0"/>
              <a:t>Web Ordering System Module</a:t>
            </a:r>
          </a:p>
          <a:p>
            <a:r>
              <a:rPr lang="en-GB" dirty="0" smtClean="0"/>
              <a:t>Schema Diagram</a:t>
            </a:r>
          </a:p>
          <a:p>
            <a:r>
              <a:rPr lang="en-GB" dirty="0" smtClean="0"/>
              <a:t>ER Diagram</a:t>
            </a:r>
          </a:p>
          <a:p>
            <a:r>
              <a:rPr lang="en-GB" dirty="0" smtClean="0"/>
              <a:t>Web Interfaces</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3</a:t>
            </a:fld>
            <a:endParaRPr lang="en-GB"/>
          </a:p>
        </p:txBody>
      </p:sp>
      <p:sp>
        <p:nvSpPr>
          <p:cNvPr id="5" name="Date Placeholder 4"/>
          <p:cNvSpPr>
            <a:spLocks noGrp="1"/>
          </p:cNvSpPr>
          <p:nvPr>
            <p:ph type="dt" sz="half" idx="10"/>
          </p:nvPr>
        </p:nvSpPr>
        <p:spPr/>
        <p:txBody>
          <a:bodyPr/>
          <a:lstStyle/>
          <a:p>
            <a:fld id="{955305B9-D82D-44B3-A3A4-30EF724C32EC}" type="datetime1">
              <a:rPr lang="en-GB" smtClean="0"/>
              <a:t>21/04/2022</a:t>
            </a:fld>
            <a:endParaRPr lang="en-GB"/>
          </a:p>
        </p:txBody>
      </p:sp>
    </p:spTree>
    <p:extLst>
      <p:ext uri="{BB962C8B-B14F-4D97-AF65-F5344CB8AC3E}">
        <p14:creationId xmlns:p14="http://schemas.microsoft.com/office/powerpoint/2010/main" val="3385809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4DD4-5D31-405A-A55C-0A2EB873CFBC}"/>
              </a:ext>
            </a:extLst>
          </p:cNvPr>
          <p:cNvSpPr>
            <a:spLocks noGrp="1"/>
          </p:cNvSpPr>
          <p:nvPr>
            <p:ph type="title"/>
          </p:nvPr>
        </p:nvSpPr>
        <p:spPr/>
        <p:txBody>
          <a:bodyPr/>
          <a:lstStyle/>
          <a:p>
            <a:r>
              <a:rPr lang="en-GB" b="1" dirty="0"/>
              <a:t>Motivation</a:t>
            </a:r>
          </a:p>
        </p:txBody>
      </p:sp>
      <p:sp>
        <p:nvSpPr>
          <p:cNvPr id="3" name="Content Placeholder 2">
            <a:extLst>
              <a:ext uri="{FF2B5EF4-FFF2-40B4-BE49-F238E27FC236}">
                <a16:creationId xmlns:a16="http://schemas.microsoft.com/office/drawing/2014/main" id="{BE82EBA8-2BC0-4337-B2B6-3941B705FBE5}"/>
              </a:ext>
            </a:extLst>
          </p:cNvPr>
          <p:cNvSpPr>
            <a:spLocks noGrp="1"/>
          </p:cNvSpPr>
          <p:nvPr>
            <p:ph idx="1"/>
          </p:nvPr>
        </p:nvSpPr>
        <p:spPr/>
        <p:txBody>
          <a:bodyPr/>
          <a:lstStyle/>
          <a:p>
            <a:pPr marL="0" indent="0">
              <a:buNone/>
            </a:pPr>
            <a:r>
              <a:rPr lang="en-GB" sz="1800" dirty="0">
                <a:solidFill>
                  <a:srgbClr val="000000"/>
                </a:solidFill>
                <a:effectLst/>
                <a:latin typeface="Times New Roman" panose="02020603050405020304" pitchFamily="18" charset="0"/>
                <a:ea typeface="Times New Roman" panose="02020603050405020304" pitchFamily="18" charset="0"/>
              </a:rPr>
              <a:t>The motivation for designing this application came because my family is involved in the fast food business and I personally do not like waiting for long in the store or to have to call store to place an order especially during the peak lunch or dinner hours. Moreover, I value recent learning about the PHP languages as well as seeing how powerful and dynamic they are when it comes to web designing and applications. The languages used to build this application are PHP, HTML and database at the back-end because I found them to be extremely useful while working on the technologies. </a:t>
            </a:r>
          </a:p>
          <a:p>
            <a:pPr marL="0" indent="0">
              <a:buNone/>
            </a:pPr>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4</a:t>
            </a:fld>
            <a:endParaRPr lang="en-GB"/>
          </a:p>
        </p:txBody>
      </p:sp>
      <p:sp>
        <p:nvSpPr>
          <p:cNvPr id="5" name="Date Placeholder 4"/>
          <p:cNvSpPr>
            <a:spLocks noGrp="1"/>
          </p:cNvSpPr>
          <p:nvPr>
            <p:ph type="dt" sz="half" idx="10"/>
          </p:nvPr>
        </p:nvSpPr>
        <p:spPr/>
        <p:txBody>
          <a:bodyPr/>
          <a:lstStyle/>
          <a:p>
            <a:fld id="{A68AE68F-9D9E-4366-A03C-FC8764801DDA}" type="datetime1">
              <a:rPr lang="en-GB" smtClean="0"/>
              <a:t>21/04/2022</a:t>
            </a:fld>
            <a:endParaRPr lang="en-GB"/>
          </a:p>
        </p:txBody>
      </p:sp>
    </p:spTree>
    <p:extLst>
      <p:ext uri="{BB962C8B-B14F-4D97-AF65-F5344CB8AC3E}">
        <p14:creationId xmlns:p14="http://schemas.microsoft.com/office/powerpoint/2010/main" val="38322765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Project Feasibility</a:t>
            </a:r>
            <a:endParaRPr lang="en-GB"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254" y="1948873"/>
            <a:ext cx="6585528" cy="3629891"/>
          </a:xfrm>
        </p:spPr>
      </p:pic>
      <p:sp>
        <p:nvSpPr>
          <p:cNvPr id="3" name="Slide Number Placeholder 2"/>
          <p:cNvSpPr>
            <a:spLocks noGrp="1"/>
          </p:cNvSpPr>
          <p:nvPr>
            <p:ph type="sldNum" sz="quarter" idx="12"/>
          </p:nvPr>
        </p:nvSpPr>
        <p:spPr/>
        <p:txBody>
          <a:bodyPr/>
          <a:lstStyle/>
          <a:p>
            <a:fld id="{8500421C-0D0E-42A1-86C3-294E7184D2F5}" type="slidenum">
              <a:rPr lang="en-GB" smtClean="0"/>
              <a:t>5</a:t>
            </a:fld>
            <a:endParaRPr lang="en-GB"/>
          </a:p>
        </p:txBody>
      </p:sp>
      <p:sp>
        <p:nvSpPr>
          <p:cNvPr id="5" name="Date Placeholder 4"/>
          <p:cNvSpPr>
            <a:spLocks noGrp="1"/>
          </p:cNvSpPr>
          <p:nvPr>
            <p:ph type="dt" sz="half" idx="10"/>
          </p:nvPr>
        </p:nvSpPr>
        <p:spPr/>
        <p:txBody>
          <a:bodyPr/>
          <a:lstStyle/>
          <a:p>
            <a:fld id="{0BE1601E-30BC-49DE-B428-44C5BB761B25}" type="datetime1">
              <a:rPr lang="en-GB" smtClean="0"/>
              <a:t>21/04/2022</a:t>
            </a:fld>
            <a:endParaRPr lang="en-GB"/>
          </a:p>
        </p:txBody>
      </p:sp>
    </p:spTree>
    <p:extLst>
      <p:ext uri="{BB962C8B-B14F-4D97-AF65-F5344CB8AC3E}">
        <p14:creationId xmlns:p14="http://schemas.microsoft.com/office/powerpoint/2010/main" val="349256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2463"/>
            <a:ext cx="10515600" cy="1325563"/>
          </a:xfrm>
        </p:spPr>
        <p:txBody>
          <a:bodyPr/>
          <a:lstStyle/>
          <a:p>
            <a:r>
              <a:rPr lang="en-GB" b="1" dirty="0" smtClean="0"/>
              <a:t>Implementation</a:t>
            </a:r>
            <a:endParaRPr lang="en-GB" b="1" dirty="0"/>
          </a:p>
        </p:txBody>
      </p:sp>
      <p:sp>
        <p:nvSpPr>
          <p:cNvPr id="3" name="Content Placeholder 2"/>
          <p:cNvSpPr>
            <a:spLocks noGrp="1"/>
          </p:cNvSpPr>
          <p:nvPr>
            <p:ph idx="1"/>
          </p:nvPr>
        </p:nvSpPr>
        <p:spPr>
          <a:xfrm>
            <a:off x="838200" y="4021016"/>
            <a:ext cx="9081655" cy="2042990"/>
          </a:xfrm>
        </p:spPr>
        <p:txBody>
          <a:bodyPr/>
          <a:lstStyle/>
          <a:p>
            <a:pPr marL="0" indent="0">
              <a:buNone/>
            </a:pPr>
            <a:r>
              <a:rPr lang="en-GB" dirty="0" smtClean="0"/>
              <a:t>Software Interface:</a:t>
            </a:r>
          </a:p>
          <a:p>
            <a:r>
              <a:rPr lang="en-GB" dirty="0" smtClean="0"/>
              <a:t>Operating   </a:t>
            </a:r>
            <a:r>
              <a:rPr lang="en-GB" dirty="0" err="1" smtClean="0"/>
              <a:t>system:windows</a:t>
            </a:r>
            <a:r>
              <a:rPr lang="en-GB" dirty="0" smtClean="0"/>
              <a:t>(vista/7 or above)</a:t>
            </a:r>
          </a:p>
          <a:p>
            <a:r>
              <a:rPr lang="en-GB" dirty="0" smtClean="0"/>
              <a:t>Web </a:t>
            </a:r>
            <a:r>
              <a:rPr lang="en-GB" dirty="0" err="1" smtClean="0"/>
              <a:t>browser:IE</a:t>
            </a:r>
            <a:r>
              <a:rPr lang="en-GB" dirty="0" smtClean="0"/>
              <a:t> 10 or </a:t>
            </a:r>
            <a:r>
              <a:rPr lang="en-GB" dirty="0" err="1" smtClean="0"/>
              <a:t>Above,Mozila</a:t>
            </a:r>
            <a:r>
              <a:rPr lang="en-GB" dirty="0" smtClean="0"/>
              <a:t> FF</a:t>
            </a:r>
          </a:p>
          <a:p>
            <a:r>
              <a:rPr lang="en-GB" dirty="0" err="1" smtClean="0"/>
              <a:t>Xampp</a:t>
            </a:r>
            <a:r>
              <a:rPr lang="en-GB" dirty="0" smtClean="0"/>
              <a:t> </a:t>
            </a:r>
            <a:r>
              <a:rPr lang="en-GB" dirty="0" err="1" smtClean="0"/>
              <a:t>Platfrom</a:t>
            </a:r>
            <a:endParaRPr lang="en-GB" dirty="0" smtClean="0"/>
          </a:p>
        </p:txBody>
      </p:sp>
      <p:sp>
        <p:nvSpPr>
          <p:cNvPr id="4" name="Content Placeholder 2"/>
          <p:cNvSpPr txBox="1">
            <a:spLocks/>
          </p:cNvSpPr>
          <p:nvPr/>
        </p:nvSpPr>
        <p:spPr>
          <a:xfrm>
            <a:off x="990600" y="1978026"/>
            <a:ext cx="9081655" cy="2042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t>Hardware Interface:</a:t>
            </a:r>
          </a:p>
          <a:p>
            <a:r>
              <a:rPr lang="en-GB" smtClean="0"/>
              <a:t>Pentium Processor</a:t>
            </a:r>
          </a:p>
          <a:p>
            <a:r>
              <a:rPr lang="en-GB" smtClean="0"/>
              <a:t>60 MB of free hard-drive  space</a:t>
            </a:r>
          </a:p>
          <a:p>
            <a:r>
              <a:rPr lang="en-GB" smtClean="0"/>
              <a:t>128 Mb Ram</a:t>
            </a:r>
            <a:endParaRPr lang="en-GB" dirty="0"/>
          </a:p>
        </p:txBody>
      </p:sp>
      <p:sp>
        <p:nvSpPr>
          <p:cNvPr id="5" name="Slide Number Placeholder 4"/>
          <p:cNvSpPr>
            <a:spLocks noGrp="1"/>
          </p:cNvSpPr>
          <p:nvPr>
            <p:ph type="sldNum" sz="quarter" idx="12"/>
          </p:nvPr>
        </p:nvSpPr>
        <p:spPr/>
        <p:txBody>
          <a:bodyPr/>
          <a:lstStyle/>
          <a:p>
            <a:fld id="{8500421C-0D0E-42A1-86C3-294E7184D2F5}" type="slidenum">
              <a:rPr lang="en-GB" smtClean="0"/>
              <a:t>6</a:t>
            </a:fld>
            <a:endParaRPr lang="en-GB"/>
          </a:p>
        </p:txBody>
      </p:sp>
      <p:sp>
        <p:nvSpPr>
          <p:cNvPr id="6" name="Date Placeholder 5"/>
          <p:cNvSpPr>
            <a:spLocks noGrp="1"/>
          </p:cNvSpPr>
          <p:nvPr>
            <p:ph type="dt" sz="half" idx="10"/>
          </p:nvPr>
        </p:nvSpPr>
        <p:spPr/>
        <p:txBody>
          <a:bodyPr/>
          <a:lstStyle/>
          <a:p>
            <a:fld id="{27BBA496-72FA-459C-BFE6-CA8B99ABD71B}" type="datetime1">
              <a:rPr lang="en-GB" smtClean="0"/>
              <a:t>21/04/2022</a:t>
            </a:fld>
            <a:endParaRPr lang="en-GB"/>
          </a:p>
        </p:txBody>
      </p:sp>
    </p:spTree>
    <p:extLst>
      <p:ext uri="{BB962C8B-B14F-4D97-AF65-F5344CB8AC3E}">
        <p14:creationId xmlns:p14="http://schemas.microsoft.com/office/powerpoint/2010/main" val="824530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56D0-2784-446F-A8C5-59C104686583}"/>
              </a:ext>
            </a:extLst>
          </p:cNvPr>
          <p:cNvSpPr>
            <a:spLocks noGrp="1"/>
          </p:cNvSpPr>
          <p:nvPr>
            <p:ph type="title"/>
          </p:nvPr>
        </p:nvSpPr>
        <p:spPr/>
        <p:txBody>
          <a:bodyPr/>
          <a:lstStyle/>
          <a:p>
            <a:r>
              <a:rPr lang="en-GB" dirty="0"/>
              <a:t>System Model </a:t>
            </a:r>
          </a:p>
        </p:txBody>
      </p:sp>
      <p:pic>
        <p:nvPicPr>
          <p:cNvPr id="5" name="Content Placeholder 4">
            <a:extLst>
              <a:ext uri="{FF2B5EF4-FFF2-40B4-BE49-F238E27FC236}">
                <a16:creationId xmlns:a16="http://schemas.microsoft.com/office/drawing/2014/main" id="{0D4CE614-D857-488C-BD96-AFF1AA1D2E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2829" y="1457035"/>
            <a:ext cx="10145355" cy="5045075"/>
          </a:xfrm>
        </p:spPr>
      </p:pic>
      <p:sp>
        <p:nvSpPr>
          <p:cNvPr id="3" name="Slide Number Placeholder 2"/>
          <p:cNvSpPr>
            <a:spLocks noGrp="1"/>
          </p:cNvSpPr>
          <p:nvPr>
            <p:ph type="sldNum" sz="quarter" idx="12"/>
          </p:nvPr>
        </p:nvSpPr>
        <p:spPr/>
        <p:txBody>
          <a:bodyPr/>
          <a:lstStyle/>
          <a:p>
            <a:fld id="{8500421C-0D0E-42A1-86C3-294E7184D2F5}" type="slidenum">
              <a:rPr lang="en-GB" smtClean="0"/>
              <a:t>7</a:t>
            </a:fld>
            <a:endParaRPr lang="en-GB"/>
          </a:p>
        </p:txBody>
      </p:sp>
      <p:sp>
        <p:nvSpPr>
          <p:cNvPr id="4" name="Date Placeholder 3"/>
          <p:cNvSpPr>
            <a:spLocks noGrp="1"/>
          </p:cNvSpPr>
          <p:nvPr>
            <p:ph type="dt" sz="half" idx="10"/>
          </p:nvPr>
        </p:nvSpPr>
        <p:spPr/>
        <p:txBody>
          <a:bodyPr/>
          <a:lstStyle/>
          <a:p>
            <a:fld id="{23F83980-2BC7-46AF-B4E5-4DCD4241EDFC}" type="datetime1">
              <a:rPr lang="en-GB" smtClean="0"/>
              <a:t>21/04/2022</a:t>
            </a:fld>
            <a:endParaRPr lang="en-GB"/>
          </a:p>
        </p:txBody>
      </p:sp>
    </p:spTree>
    <p:extLst>
      <p:ext uri="{BB962C8B-B14F-4D97-AF65-F5344CB8AC3E}">
        <p14:creationId xmlns:p14="http://schemas.microsoft.com/office/powerpoint/2010/main" val="2005917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C43B-AEAA-462F-BCDC-01B934E7EB9B}"/>
              </a:ext>
            </a:extLst>
          </p:cNvPr>
          <p:cNvSpPr>
            <a:spLocks noGrp="1"/>
          </p:cNvSpPr>
          <p:nvPr>
            <p:ph type="title"/>
          </p:nvPr>
        </p:nvSpPr>
        <p:spPr/>
        <p:txBody>
          <a:bodyPr/>
          <a:lstStyle/>
          <a:p>
            <a:r>
              <a:rPr lang="en-GB" dirty="0"/>
              <a:t>Web Ordering System Module </a:t>
            </a:r>
          </a:p>
        </p:txBody>
      </p:sp>
      <p:sp>
        <p:nvSpPr>
          <p:cNvPr id="3" name="Content Placeholder 2">
            <a:extLst>
              <a:ext uri="{FF2B5EF4-FFF2-40B4-BE49-F238E27FC236}">
                <a16:creationId xmlns:a16="http://schemas.microsoft.com/office/drawing/2014/main" id="{91788B20-00F0-4293-BF99-DE1D232583F2}"/>
              </a:ext>
            </a:extLst>
          </p:cNvPr>
          <p:cNvSpPr>
            <a:spLocks noGrp="1"/>
          </p:cNvSpPr>
          <p:nvPr>
            <p:ph idx="1"/>
          </p:nvPr>
        </p:nvSpPr>
        <p:spPr>
          <a:xfrm>
            <a:off x="838200" y="1825625"/>
            <a:ext cx="10515600" cy="4667250"/>
          </a:xfrm>
        </p:spPr>
        <p:txBody>
          <a:bodyPr>
            <a:normAutofit fontScale="85000" lnSpcReduction="20000"/>
          </a:bodyPr>
          <a:lstStyle/>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Create an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Manage their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Log in to the system.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Navigate the restaurant’s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Select an item from the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Add an item to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Review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Remove an item/remove all items from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Provide payment details.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Place an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Receive confirmation in the form of an order number.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View order placed. </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8</a:t>
            </a:fld>
            <a:endParaRPr lang="en-GB"/>
          </a:p>
        </p:txBody>
      </p:sp>
      <p:sp>
        <p:nvSpPr>
          <p:cNvPr id="5" name="Date Placeholder 4"/>
          <p:cNvSpPr>
            <a:spLocks noGrp="1"/>
          </p:cNvSpPr>
          <p:nvPr>
            <p:ph type="dt" sz="half" idx="10"/>
          </p:nvPr>
        </p:nvSpPr>
        <p:spPr/>
        <p:txBody>
          <a:bodyPr/>
          <a:lstStyle/>
          <a:p>
            <a:fld id="{7D1DF135-519C-4AA8-B717-6CD000971CD0}" type="datetime1">
              <a:rPr lang="en-GB" smtClean="0"/>
              <a:t>21/04/2022</a:t>
            </a:fld>
            <a:endParaRPr lang="en-GB"/>
          </a:p>
        </p:txBody>
      </p:sp>
    </p:spTree>
    <p:extLst>
      <p:ext uri="{BB962C8B-B14F-4D97-AF65-F5344CB8AC3E}">
        <p14:creationId xmlns:p14="http://schemas.microsoft.com/office/powerpoint/2010/main" val="125050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EE46-6630-4B62-8173-5DF6F0FB6555}"/>
              </a:ext>
            </a:extLst>
          </p:cNvPr>
          <p:cNvSpPr>
            <a:spLocks noGrp="1"/>
          </p:cNvSpPr>
          <p:nvPr>
            <p:ph type="title"/>
          </p:nvPr>
        </p:nvSpPr>
        <p:spPr/>
        <p:txBody>
          <a:bodyPr/>
          <a:lstStyle/>
          <a:p>
            <a:r>
              <a:rPr lang="en-GB" dirty="0"/>
              <a:t>Schema Diagram</a:t>
            </a:r>
          </a:p>
        </p:txBody>
      </p:sp>
      <p:pic>
        <p:nvPicPr>
          <p:cNvPr id="5" name="Content Placeholder 4">
            <a:extLst>
              <a:ext uri="{FF2B5EF4-FFF2-40B4-BE49-F238E27FC236}">
                <a16:creationId xmlns:a16="http://schemas.microsoft.com/office/drawing/2014/main" id="{1131D6EE-8B53-476B-A872-2D2324CDE9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8777" y="1609605"/>
            <a:ext cx="8780629" cy="4788186"/>
          </a:xfrm>
        </p:spPr>
      </p:pic>
      <p:sp>
        <p:nvSpPr>
          <p:cNvPr id="3" name="Slide Number Placeholder 2"/>
          <p:cNvSpPr>
            <a:spLocks noGrp="1"/>
          </p:cNvSpPr>
          <p:nvPr>
            <p:ph type="sldNum" sz="quarter" idx="12"/>
          </p:nvPr>
        </p:nvSpPr>
        <p:spPr/>
        <p:txBody>
          <a:bodyPr/>
          <a:lstStyle/>
          <a:p>
            <a:fld id="{8500421C-0D0E-42A1-86C3-294E7184D2F5}" type="slidenum">
              <a:rPr lang="en-GB" smtClean="0"/>
              <a:t>9</a:t>
            </a:fld>
            <a:endParaRPr lang="en-GB"/>
          </a:p>
        </p:txBody>
      </p:sp>
      <p:sp>
        <p:nvSpPr>
          <p:cNvPr id="4" name="Date Placeholder 3"/>
          <p:cNvSpPr>
            <a:spLocks noGrp="1"/>
          </p:cNvSpPr>
          <p:nvPr>
            <p:ph type="dt" sz="half" idx="10"/>
          </p:nvPr>
        </p:nvSpPr>
        <p:spPr/>
        <p:txBody>
          <a:bodyPr/>
          <a:lstStyle/>
          <a:p>
            <a:fld id="{DE94A401-8687-4254-9697-0C2DF41C0DFA}" type="datetime1">
              <a:rPr lang="en-GB" smtClean="0"/>
              <a:t>21/04/2022</a:t>
            </a:fld>
            <a:endParaRPr lang="en-GB"/>
          </a:p>
        </p:txBody>
      </p:sp>
    </p:spTree>
    <p:extLst>
      <p:ext uri="{BB962C8B-B14F-4D97-AF65-F5344CB8AC3E}">
        <p14:creationId xmlns:p14="http://schemas.microsoft.com/office/powerpoint/2010/main" val="1425917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A63C-61AF-4F5F-A460-C93F93B34111}"/>
              </a:ext>
            </a:extLst>
          </p:cNvPr>
          <p:cNvSpPr>
            <a:spLocks noGrp="1"/>
          </p:cNvSpPr>
          <p:nvPr>
            <p:ph type="title"/>
          </p:nvPr>
        </p:nvSpPr>
        <p:spPr/>
        <p:txBody>
          <a:bodyPr/>
          <a:lstStyle/>
          <a:p>
            <a:r>
              <a:rPr lang="en-GB" dirty="0"/>
              <a:t>ER Diagram</a:t>
            </a:r>
          </a:p>
        </p:txBody>
      </p:sp>
      <p:pic>
        <p:nvPicPr>
          <p:cNvPr id="5" name="Content Placeholder 4">
            <a:extLst>
              <a:ext uri="{FF2B5EF4-FFF2-40B4-BE49-F238E27FC236}">
                <a16:creationId xmlns:a16="http://schemas.microsoft.com/office/drawing/2014/main" id="{9AFE92C5-26DC-4A87-A28C-49DD03A529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2850" y="1311565"/>
            <a:ext cx="9644386" cy="5364538"/>
          </a:xfrm>
        </p:spPr>
      </p:pic>
      <p:sp>
        <p:nvSpPr>
          <p:cNvPr id="3" name="Slide Number Placeholder 2"/>
          <p:cNvSpPr>
            <a:spLocks noGrp="1"/>
          </p:cNvSpPr>
          <p:nvPr>
            <p:ph type="sldNum" sz="quarter" idx="12"/>
          </p:nvPr>
        </p:nvSpPr>
        <p:spPr/>
        <p:txBody>
          <a:bodyPr/>
          <a:lstStyle/>
          <a:p>
            <a:fld id="{8500421C-0D0E-42A1-86C3-294E7184D2F5}" type="slidenum">
              <a:rPr lang="en-GB" smtClean="0"/>
              <a:t>10</a:t>
            </a:fld>
            <a:endParaRPr lang="en-GB"/>
          </a:p>
        </p:txBody>
      </p:sp>
      <p:sp>
        <p:nvSpPr>
          <p:cNvPr id="4" name="Date Placeholder 3"/>
          <p:cNvSpPr>
            <a:spLocks noGrp="1"/>
          </p:cNvSpPr>
          <p:nvPr>
            <p:ph type="dt" sz="half" idx="10"/>
          </p:nvPr>
        </p:nvSpPr>
        <p:spPr/>
        <p:txBody>
          <a:bodyPr/>
          <a:lstStyle/>
          <a:p>
            <a:fld id="{CF3CF2D3-564B-45F4-A4CF-88C8F4E93669}" type="datetime1">
              <a:rPr lang="en-GB" smtClean="0"/>
              <a:t>21/04/2022</a:t>
            </a:fld>
            <a:endParaRPr lang="en-GB"/>
          </a:p>
        </p:txBody>
      </p:sp>
    </p:spTree>
    <p:extLst>
      <p:ext uri="{BB962C8B-B14F-4D97-AF65-F5344CB8AC3E}">
        <p14:creationId xmlns:p14="http://schemas.microsoft.com/office/powerpoint/2010/main" val="1323429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9680" y="1714437"/>
            <a:ext cx="9457009" cy="4462526"/>
          </a:xfrm>
        </p:spPr>
      </p:pic>
      <p:sp>
        <p:nvSpPr>
          <p:cNvPr id="3" name="Slide Number Placeholder 2"/>
          <p:cNvSpPr>
            <a:spLocks noGrp="1"/>
          </p:cNvSpPr>
          <p:nvPr>
            <p:ph type="sldNum" sz="quarter" idx="12"/>
          </p:nvPr>
        </p:nvSpPr>
        <p:spPr/>
        <p:txBody>
          <a:bodyPr/>
          <a:lstStyle/>
          <a:p>
            <a:fld id="{8500421C-0D0E-42A1-86C3-294E7184D2F5}" type="slidenum">
              <a:rPr lang="en-GB" smtClean="0"/>
              <a:t>11</a:t>
            </a:fld>
            <a:endParaRPr lang="en-GB"/>
          </a:p>
        </p:txBody>
      </p:sp>
      <p:sp>
        <p:nvSpPr>
          <p:cNvPr id="5" name="Date Placeholder 4"/>
          <p:cNvSpPr>
            <a:spLocks noGrp="1"/>
          </p:cNvSpPr>
          <p:nvPr>
            <p:ph type="dt" sz="half" idx="10"/>
          </p:nvPr>
        </p:nvSpPr>
        <p:spPr/>
        <p:txBody>
          <a:bodyPr/>
          <a:lstStyle/>
          <a:p>
            <a:fld id="{E57A032B-C244-4972-AA64-2108ECA7EB37}" type="datetime1">
              <a:rPr lang="en-GB" smtClean="0"/>
              <a:t>21/04/2022</a:t>
            </a:fld>
            <a:endParaRPr lang="en-GB"/>
          </a:p>
        </p:txBody>
      </p:sp>
    </p:spTree>
    <p:extLst>
      <p:ext uri="{BB962C8B-B14F-4D97-AF65-F5344CB8AC3E}">
        <p14:creationId xmlns:p14="http://schemas.microsoft.com/office/powerpoint/2010/main" val="13011164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1E42F383-6AFE-4C13-A745-876682C0B8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116" y="1624449"/>
            <a:ext cx="10403684" cy="4868426"/>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12</a:t>
            </a:fld>
            <a:endParaRPr lang="en-GB"/>
          </a:p>
        </p:txBody>
      </p:sp>
      <p:sp>
        <p:nvSpPr>
          <p:cNvPr id="5" name="Date Placeholder 4"/>
          <p:cNvSpPr>
            <a:spLocks noGrp="1"/>
          </p:cNvSpPr>
          <p:nvPr>
            <p:ph type="dt" sz="half" idx="10"/>
          </p:nvPr>
        </p:nvSpPr>
        <p:spPr/>
        <p:txBody>
          <a:bodyPr/>
          <a:lstStyle/>
          <a:p>
            <a:fld id="{660E9FC4-08D7-4081-90BB-70D56FCECA56}" type="datetime1">
              <a:rPr lang="en-GB" smtClean="0"/>
              <a:t>21/04/2022</a:t>
            </a:fld>
            <a:endParaRPr lang="en-GB"/>
          </a:p>
        </p:txBody>
      </p:sp>
    </p:spTree>
    <p:extLst>
      <p:ext uri="{BB962C8B-B14F-4D97-AF65-F5344CB8AC3E}">
        <p14:creationId xmlns:p14="http://schemas.microsoft.com/office/powerpoint/2010/main" val="38515937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5" name="Picture 4">
            <a:extLst>
              <a:ext uri="{FF2B5EF4-FFF2-40B4-BE49-F238E27FC236}">
                <a16:creationId xmlns:a16="http://schemas.microsoft.com/office/drawing/2014/main" id="{7EA549F1-E160-4E81-AF8F-BCA634C3B0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7573" y="1462359"/>
            <a:ext cx="9736853" cy="4335215"/>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13</a:t>
            </a:fld>
            <a:endParaRPr lang="en-GB"/>
          </a:p>
        </p:txBody>
      </p:sp>
      <p:sp>
        <p:nvSpPr>
          <p:cNvPr id="4" name="Date Placeholder 3"/>
          <p:cNvSpPr>
            <a:spLocks noGrp="1"/>
          </p:cNvSpPr>
          <p:nvPr>
            <p:ph type="dt" sz="half" idx="10"/>
          </p:nvPr>
        </p:nvSpPr>
        <p:spPr/>
        <p:txBody>
          <a:bodyPr/>
          <a:lstStyle/>
          <a:p>
            <a:fld id="{6EABB78A-6D77-4AA3-92A1-DBD5D9B79A4B}" type="datetime1">
              <a:rPr lang="en-GB" smtClean="0"/>
              <a:t>21/04/2022</a:t>
            </a:fld>
            <a:endParaRPr lang="en-GB"/>
          </a:p>
        </p:txBody>
      </p:sp>
    </p:spTree>
    <p:extLst>
      <p:ext uri="{BB962C8B-B14F-4D97-AF65-F5344CB8AC3E}">
        <p14:creationId xmlns:p14="http://schemas.microsoft.com/office/powerpoint/2010/main" val="15700707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487948C8-D533-4166-82AF-D205D23C6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819" y="1553031"/>
            <a:ext cx="9458632" cy="4336516"/>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14</a:t>
            </a:fld>
            <a:endParaRPr lang="en-GB"/>
          </a:p>
        </p:txBody>
      </p:sp>
      <p:sp>
        <p:nvSpPr>
          <p:cNvPr id="5" name="Date Placeholder 4"/>
          <p:cNvSpPr>
            <a:spLocks noGrp="1"/>
          </p:cNvSpPr>
          <p:nvPr>
            <p:ph type="dt" sz="half" idx="10"/>
          </p:nvPr>
        </p:nvSpPr>
        <p:spPr/>
        <p:txBody>
          <a:bodyPr/>
          <a:lstStyle/>
          <a:p>
            <a:fld id="{B3C996C9-96F6-4E59-9BA6-3D642230E2D2}" type="datetime1">
              <a:rPr lang="en-GB" smtClean="0"/>
              <a:t>21/04/2022</a:t>
            </a:fld>
            <a:endParaRPr lang="en-GB"/>
          </a:p>
        </p:txBody>
      </p:sp>
    </p:spTree>
    <p:extLst>
      <p:ext uri="{BB962C8B-B14F-4D97-AF65-F5344CB8AC3E}">
        <p14:creationId xmlns:p14="http://schemas.microsoft.com/office/powerpoint/2010/main" val="1562001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5" name="Picture 4">
            <a:extLst>
              <a:ext uri="{FF2B5EF4-FFF2-40B4-BE49-F238E27FC236}">
                <a16:creationId xmlns:a16="http://schemas.microsoft.com/office/drawing/2014/main" id="{1F624268-BE0C-4F20-8438-36C728C52E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100" y="1562871"/>
            <a:ext cx="8164708" cy="4734689"/>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15</a:t>
            </a:fld>
            <a:endParaRPr lang="en-GB"/>
          </a:p>
        </p:txBody>
      </p:sp>
      <p:sp>
        <p:nvSpPr>
          <p:cNvPr id="4" name="Date Placeholder 3"/>
          <p:cNvSpPr>
            <a:spLocks noGrp="1"/>
          </p:cNvSpPr>
          <p:nvPr>
            <p:ph type="dt" sz="half" idx="10"/>
          </p:nvPr>
        </p:nvSpPr>
        <p:spPr/>
        <p:txBody>
          <a:bodyPr/>
          <a:lstStyle/>
          <a:p>
            <a:fld id="{45710C45-B78D-4E79-B082-C5C8C3AB9E6B}" type="datetime1">
              <a:rPr lang="en-GB" smtClean="0"/>
              <a:t>21/04/2022</a:t>
            </a:fld>
            <a:endParaRPr lang="en-GB"/>
          </a:p>
        </p:txBody>
      </p:sp>
    </p:spTree>
    <p:extLst>
      <p:ext uri="{BB962C8B-B14F-4D97-AF65-F5344CB8AC3E}">
        <p14:creationId xmlns:p14="http://schemas.microsoft.com/office/powerpoint/2010/main" val="4106877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E4791FD9-B0D9-4A50-9AE1-E1B1D005F7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2657" y="1868129"/>
            <a:ext cx="10166686" cy="4021112"/>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16</a:t>
            </a:fld>
            <a:endParaRPr lang="en-GB"/>
          </a:p>
        </p:txBody>
      </p:sp>
      <p:sp>
        <p:nvSpPr>
          <p:cNvPr id="5" name="Date Placeholder 4"/>
          <p:cNvSpPr>
            <a:spLocks noGrp="1"/>
          </p:cNvSpPr>
          <p:nvPr>
            <p:ph type="dt" sz="half" idx="10"/>
          </p:nvPr>
        </p:nvSpPr>
        <p:spPr/>
        <p:txBody>
          <a:bodyPr/>
          <a:lstStyle/>
          <a:p>
            <a:fld id="{93DE5AB1-D9CF-41C7-81D0-97179A676FA5}" type="datetime1">
              <a:rPr lang="en-GB" smtClean="0"/>
              <a:t>21/04/2022</a:t>
            </a:fld>
            <a:endParaRPr lang="en-GB"/>
          </a:p>
        </p:txBody>
      </p:sp>
    </p:spTree>
    <p:extLst>
      <p:ext uri="{BB962C8B-B14F-4D97-AF65-F5344CB8AC3E}">
        <p14:creationId xmlns:p14="http://schemas.microsoft.com/office/powerpoint/2010/main" val="8353849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440" y="1634478"/>
            <a:ext cx="8976360" cy="4476762"/>
          </a:xfrm>
          <a:prstGeom prst="rect">
            <a:avLst/>
          </a:prstGeom>
        </p:spPr>
      </p:pic>
      <p:sp>
        <p:nvSpPr>
          <p:cNvPr id="4" name="Slide Number Placeholder 3"/>
          <p:cNvSpPr>
            <a:spLocks noGrp="1"/>
          </p:cNvSpPr>
          <p:nvPr>
            <p:ph type="sldNum" sz="quarter" idx="12"/>
          </p:nvPr>
        </p:nvSpPr>
        <p:spPr/>
        <p:txBody>
          <a:bodyPr/>
          <a:lstStyle/>
          <a:p>
            <a:fld id="{8500421C-0D0E-42A1-86C3-294E7184D2F5}" type="slidenum">
              <a:rPr lang="en-GB" smtClean="0"/>
              <a:t>17</a:t>
            </a:fld>
            <a:endParaRPr lang="en-GB"/>
          </a:p>
        </p:txBody>
      </p:sp>
      <p:sp>
        <p:nvSpPr>
          <p:cNvPr id="5" name="Date Placeholder 4"/>
          <p:cNvSpPr>
            <a:spLocks noGrp="1"/>
          </p:cNvSpPr>
          <p:nvPr>
            <p:ph type="dt" sz="half" idx="10"/>
          </p:nvPr>
        </p:nvSpPr>
        <p:spPr/>
        <p:txBody>
          <a:bodyPr/>
          <a:lstStyle/>
          <a:p>
            <a:fld id="{C876415B-3386-467A-B621-EF02B1C7C58B}" type="datetime1">
              <a:rPr lang="en-GB" smtClean="0"/>
              <a:t>21/04/2022</a:t>
            </a:fld>
            <a:endParaRPr lang="en-GB"/>
          </a:p>
        </p:txBody>
      </p:sp>
    </p:spTree>
    <p:extLst>
      <p:ext uri="{BB962C8B-B14F-4D97-AF65-F5344CB8AC3E}">
        <p14:creationId xmlns:p14="http://schemas.microsoft.com/office/powerpoint/2010/main" val="31451568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E3B21383-E1A2-49FF-AD08-37058E407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259" y="2123768"/>
            <a:ext cx="10612301" cy="3898735"/>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18</a:t>
            </a:fld>
            <a:endParaRPr lang="en-GB"/>
          </a:p>
        </p:txBody>
      </p:sp>
      <p:sp>
        <p:nvSpPr>
          <p:cNvPr id="5" name="Date Placeholder 4"/>
          <p:cNvSpPr>
            <a:spLocks noGrp="1"/>
          </p:cNvSpPr>
          <p:nvPr>
            <p:ph type="dt" sz="half" idx="10"/>
          </p:nvPr>
        </p:nvSpPr>
        <p:spPr/>
        <p:txBody>
          <a:bodyPr/>
          <a:lstStyle/>
          <a:p>
            <a:fld id="{9760F4B9-B35A-4E77-B3F0-CEBA899B27EA}" type="datetime1">
              <a:rPr lang="en-GB" smtClean="0"/>
              <a:t>21/04/2022</a:t>
            </a:fld>
            <a:endParaRPr lang="en-GB"/>
          </a:p>
        </p:txBody>
      </p:sp>
    </p:spTree>
    <p:extLst>
      <p:ext uri="{BB962C8B-B14F-4D97-AF65-F5344CB8AC3E}">
        <p14:creationId xmlns:p14="http://schemas.microsoft.com/office/powerpoint/2010/main" val="2182217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147" y="1501888"/>
            <a:ext cx="10629418" cy="5034101"/>
          </a:xfrm>
          <a:prstGeom prst="rect">
            <a:avLst/>
          </a:prstGeom>
        </p:spPr>
      </p:pic>
      <p:sp>
        <p:nvSpPr>
          <p:cNvPr id="4" name="Slide Number Placeholder 3"/>
          <p:cNvSpPr>
            <a:spLocks noGrp="1"/>
          </p:cNvSpPr>
          <p:nvPr>
            <p:ph type="sldNum" sz="quarter" idx="12"/>
          </p:nvPr>
        </p:nvSpPr>
        <p:spPr/>
        <p:txBody>
          <a:bodyPr/>
          <a:lstStyle/>
          <a:p>
            <a:fld id="{8500421C-0D0E-42A1-86C3-294E7184D2F5}" type="slidenum">
              <a:rPr lang="en-GB" smtClean="0"/>
              <a:t>19</a:t>
            </a:fld>
            <a:endParaRPr lang="en-GB"/>
          </a:p>
        </p:txBody>
      </p:sp>
      <p:sp>
        <p:nvSpPr>
          <p:cNvPr id="5" name="Date Placeholder 4"/>
          <p:cNvSpPr>
            <a:spLocks noGrp="1"/>
          </p:cNvSpPr>
          <p:nvPr>
            <p:ph type="dt" sz="half" idx="10"/>
          </p:nvPr>
        </p:nvSpPr>
        <p:spPr/>
        <p:txBody>
          <a:bodyPr/>
          <a:lstStyle/>
          <a:p>
            <a:fld id="{E4A643C8-E110-4128-B3D1-628F4BE7F978}" type="datetime1">
              <a:rPr lang="en-GB" smtClean="0"/>
              <a:t>21/04/2022</a:t>
            </a:fld>
            <a:endParaRPr lang="en-GB"/>
          </a:p>
        </p:txBody>
      </p:sp>
    </p:spTree>
    <p:extLst>
      <p:ext uri="{BB962C8B-B14F-4D97-AF65-F5344CB8AC3E}">
        <p14:creationId xmlns:p14="http://schemas.microsoft.com/office/powerpoint/2010/main" val="33124789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Web Interfaces</a:t>
            </a:r>
          </a:p>
        </p:txBody>
      </p:sp>
      <p:pic>
        <p:nvPicPr>
          <p:cNvPr id="4" name="Content Placeholder 3"/>
          <p:cNvPicPr>
            <a:picLocks noGrp="1" noChangeAspect="1"/>
          </p:cNvPicPr>
          <p:nvPr>
            <p:ph idx="1"/>
          </p:nvPr>
        </p:nvPicPr>
        <p:blipFill>
          <a:blip r:embed="rId2"/>
          <a:stretch>
            <a:fillRect/>
          </a:stretch>
        </p:blipFill>
        <p:spPr>
          <a:xfrm>
            <a:off x="2864305" y="1825625"/>
            <a:ext cx="6463390" cy="4351338"/>
          </a:xfrm>
          <a:prstGeom prst="rect">
            <a:avLst/>
          </a:prstGeom>
        </p:spPr>
      </p:pic>
      <p:sp>
        <p:nvSpPr>
          <p:cNvPr id="5" name="Slide Number Placeholder 4"/>
          <p:cNvSpPr>
            <a:spLocks noGrp="1"/>
          </p:cNvSpPr>
          <p:nvPr>
            <p:ph type="sldNum" sz="quarter" idx="12"/>
          </p:nvPr>
        </p:nvSpPr>
        <p:spPr/>
        <p:txBody>
          <a:bodyPr/>
          <a:lstStyle/>
          <a:p>
            <a:fld id="{8500421C-0D0E-42A1-86C3-294E7184D2F5}" type="slidenum">
              <a:rPr lang="en-GB" smtClean="0"/>
              <a:t>20</a:t>
            </a:fld>
            <a:endParaRPr lang="en-GB"/>
          </a:p>
        </p:txBody>
      </p:sp>
      <p:sp>
        <p:nvSpPr>
          <p:cNvPr id="6" name="Date Placeholder 5"/>
          <p:cNvSpPr>
            <a:spLocks noGrp="1"/>
          </p:cNvSpPr>
          <p:nvPr>
            <p:ph type="dt" sz="half" idx="10"/>
          </p:nvPr>
        </p:nvSpPr>
        <p:spPr/>
        <p:txBody>
          <a:bodyPr/>
          <a:lstStyle/>
          <a:p>
            <a:fld id="{5B755DDF-BA10-49C0-AA60-A7CA8861FE3C}" type="datetime1">
              <a:rPr lang="en-GB" smtClean="0"/>
              <a:t>21/04/2022</a:t>
            </a:fld>
            <a:endParaRPr lang="en-GB"/>
          </a:p>
        </p:txBody>
      </p:sp>
    </p:spTree>
    <p:extLst>
      <p:ext uri="{BB962C8B-B14F-4D97-AF65-F5344CB8AC3E}">
        <p14:creationId xmlns:p14="http://schemas.microsoft.com/office/powerpoint/2010/main" val="3419926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13AA6A99-0856-4BE4-9D11-0AF59C303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326" y="2249416"/>
            <a:ext cx="10215474" cy="2773456"/>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21</a:t>
            </a:fld>
            <a:endParaRPr lang="en-GB"/>
          </a:p>
        </p:txBody>
      </p:sp>
      <p:sp>
        <p:nvSpPr>
          <p:cNvPr id="5" name="Date Placeholder 4"/>
          <p:cNvSpPr>
            <a:spLocks noGrp="1"/>
          </p:cNvSpPr>
          <p:nvPr>
            <p:ph type="dt" sz="half" idx="10"/>
          </p:nvPr>
        </p:nvSpPr>
        <p:spPr/>
        <p:txBody>
          <a:bodyPr/>
          <a:lstStyle/>
          <a:p>
            <a:fld id="{1FEE16A9-8253-465E-A64B-5989D0EBB9C5}" type="datetime1">
              <a:rPr lang="en-GB" smtClean="0"/>
              <a:t>21/04/2022</a:t>
            </a:fld>
            <a:endParaRPr lang="en-GB"/>
          </a:p>
        </p:txBody>
      </p:sp>
    </p:spTree>
    <p:extLst>
      <p:ext uri="{BB962C8B-B14F-4D97-AF65-F5344CB8AC3E}">
        <p14:creationId xmlns:p14="http://schemas.microsoft.com/office/powerpoint/2010/main" val="21329029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838200" y="328179"/>
            <a:ext cx="10515600" cy="1325563"/>
          </a:xfrm>
        </p:spPr>
        <p:txBody>
          <a:bodyPr/>
          <a:lstStyle/>
          <a:p>
            <a:r>
              <a:rPr lang="en-GB" dirty="0"/>
              <a:t>Web Interfaces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492" y="1395875"/>
            <a:ext cx="11641015" cy="4974678"/>
          </a:xfrm>
          <a:prstGeom prst="rect">
            <a:avLst/>
          </a:prstGeom>
        </p:spPr>
      </p:pic>
      <p:sp>
        <p:nvSpPr>
          <p:cNvPr id="4" name="Slide Number Placeholder 3"/>
          <p:cNvSpPr>
            <a:spLocks noGrp="1"/>
          </p:cNvSpPr>
          <p:nvPr>
            <p:ph type="sldNum" sz="quarter" idx="12"/>
          </p:nvPr>
        </p:nvSpPr>
        <p:spPr/>
        <p:txBody>
          <a:bodyPr/>
          <a:lstStyle/>
          <a:p>
            <a:fld id="{8500421C-0D0E-42A1-86C3-294E7184D2F5}" type="slidenum">
              <a:rPr lang="en-GB" smtClean="0"/>
              <a:t>22</a:t>
            </a:fld>
            <a:endParaRPr lang="en-GB"/>
          </a:p>
        </p:txBody>
      </p:sp>
      <p:sp>
        <p:nvSpPr>
          <p:cNvPr id="6" name="Date Placeholder 5"/>
          <p:cNvSpPr>
            <a:spLocks noGrp="1"/>
          </p:cNvSpPr>
          <p:nvPr>
            <p:ph type="dt" sz="half" idx="10"/>
          </p:nvPr>
        </p:nvSpPr>
        <p:spPr/>
        <p:txBody>
          <a:bodyPr/>
          <a:lstStyle/>
          <a:p>
            <a:fld id="{23193316-D172-4732-94BB-1F35DE2E15AB}" type="datetime1">
              <a:rPr lang="en-GB" smtClean="0"/>
              <a:t>21/04/2022</a:t>
            </a:fld>
            <a:endParaRPr lang="en-GB"/>
          </a:p>
        </p:txBody>
      </p:sp>
    </p:spTree>
    <p:extLst>
      <p:ext uri="{BB962C8B-B14F-4D97-AF65-F5344CB8AC3E}">
        <p14:creationId xmlns:p14="http://schemas.microsoft.com/office/powerpoint/2010/main" val="6083058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4" name="Picture 3">
            <a:extLst>
              <a:ext uri="{FF2B5EF4-FFF2-40B4-BE49-F238E27FC236}">
                <a16:creationId xmlns:a16="http://schemas.microsoft.com/office/drawing/2014/main" id="{876C35DC-7CAB-4B6A-BFF8-94D0F34458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363" y="1444011"/>
            <a:ext cx="8233789" cy="5048864"/>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23</a:t>
            </a:fld>
            <a:endParaRPr lang="en-GB"/>
          </a:p>
        </p:txBody>
      </p:sp>
      <p:sp>
        <p:nvSpPr>
          <p:cNvPr id="5" name="Date Placeholder 4"/>
          <p:cNvSpPr>
            <a:spLocks noGrp="1"/>
          </p:cNvSpPr>
          <p:nvPr>
            <p:ph type="dt" sz="half" idx="10"/>
          </p:nvPr>
        </p:nvSpPr>
        <p:spPr/>
        <p:txBody>
          <a:bodyPr/>
          <a:lstStyle/>
          <a:p>
            <a:fld id="{BB1EA456-4327-4BE7-AB9B-3926BBBABF0B}" type="datetime1">
              <a:rPr lang="en-GB" smtClean="0"/>
              <a:t>21/04/2022</a:t>
            </a:fld>
            <a:endParaRPr lang="en-GB"/>
          </a:p>
        </p:txBody>
      </p:sp>
    </p:spTree>
    <p:extLst>
      <p:ext uri="{BB962C8B-B14F-4D97-AF65-F5344CB8AC3E}">
        <p14:creationId xmlns:p14="http://schemas.microsoft.com/office/powerpoint/2010/main" val="12319770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pic>
        <p:nvPicPr>
          <p:cNvPr id="5" name="Picture 4">
            <a:extLst>
              <a:ext uri="{FF2B5EF4-FFF2-40B4-BE49-F238E27FC236}">
                <a16:creationId xmlns:a16="http://schemas.microsoft.com/office/drawing/2014/main" id="{0FCEF453-E626-499A-9367-BECE6303C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955" y="1690688"/>
            <a:ext cx="9842090" cy="4563478"/>
          </a:xfrm>
          <a:prstGeom prst="rect">
            <a:avLst/>
          </a:prstGeom>
        </p:spPr>
      </p:pic>
      <p:sp>
        <p:nvSpPr>
          <p:cNvPr id="3" name="Slide Number Placeholder 2"/>
          <p:cNvSpPr>
            <a:spLocks noGrp="1"/>
          </p:cNvSpPr>
          <p:nvPr>
            <p:ph type="sldNum" sz="quarter" idx="12"/>
          </p:nvPr>
        </p:nvSpPr>
        <p:spPr/>
        <p:txBody>
          <a:bodyPr/>
          <a:lstStyle/>
          <a:p>
            <a:fld id="{8500421C-0D0E-42A1-86C3-294E7184D2F5}" type="slidenum">
              <a:rPr lang="en-GB" smtClean="0"/>
              <a:t>24</a:t>
            </a:fld>
            <a:endParaRPr lang="en-GB"/>
          </a:p>
        </p:txBody>
      </p:sp>
      <p:sp>
        <p:nvSpPr>
          <p:cNvPr id="4" name="Date Placeholder 3"/>
          <p:cNvSpPr>
            <a:spLocks noGrp="1"/>
          </p:cNvSpPr>
          <p:nvPr>
            <p:ph type="dt" sz="half" idx="10"/>
          </p:nvPr>
        </p:nvSpPr>
        <p:spPr/>
        <p:txBody>
          <a:bodyPr/>
          <a:lstStyle/>
          <a:p>
            <a:fld id="{B6D21C5A-3356-4FEC-AD4A-8214594E36BA}" type="datetime1">
              <a:rPr lang="en-GB" smtClean="0"/>
              <a:t>21/04/2022</a:t>
            </a:fld>
            <a:endParaRPr lang="en-GB"/>
          </a:p>
        </p:txBody>
      </p:sp>
    </p:spTree>
    <p:extLst>
      <p:ext uri="{BB962C8B-B14F-4D97-AF65-F5344CB8AC3E}">
        <p14:creationId xmlns:p14="http://schemas.microsoft.com/office/powerpoint/2010/main" val="24179930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Future Work</a:t>
            </a:r>
            <a:endParaRPr lang="en-GB"/>
          </a:p>
        </p:txBody>
      </p:sp>
      <p:sp>
        <p:nvSpPr>
          <p:cNvPr id="3" name="Content Placeholder 2"/>
          <p:cNvSpPr>
            <a:spLocks noGrp="1"/>
          </p:cNvSpPr>
          <p:nvPr>
            <p:ph idx="1"/>
          </p:nvPr>
        </p:nvSpPr>
        <p:spPr/>
        <p:txBody>
          <a:bodyPr/>
          <a:lstStyle/>
          <a:p>
            <a:r>
              <a:rPr lang="en-GB" dirty="0" smtClean="0"/>
              <a:t>Update </a:t>
            </a:r>
            <a:r>
              <a:rPr lang="en-GB" dirty="0"/>
              <a:t>S</a:t>
            </a:r>
            <a:r>
              <a:rPr lang="en-GB" dirty="0" smtClean="0"/>
              <a:t>ecurity System</a:t>
            </a:r>
          </a:p>
          <a:p>
            <a:r>
              <a:rPr lang="en-GB" dirty="0" smtClean="0"/>
              <a:t>Mobile Application </a:t>
            </a:r>
          </a:p>
          <a:p>
            <a:r>
              <a:rPr lang="en-GB" dirty="0" smtClean="0"/>
              <a:t>Multiple </a:t>
            </a:r>
            <a:r>
              <a:rPr lang="en-GB" dirty="0"/>
              <a:t>S</a:t>
            </a:r>
            <a:r>
              <a:rPr lang="en-GB" dirty="0" smtClean="0"/>
              <a:t>tore</a:t>
            </a:r>
            <a:endParaRPr lang="en-GB" dirty="0"/>
          </a:p>
        </p:txBody>
      </p:sp>
      <p:sp>
        <p:nvSpPr>
          <p:cNvPr id="4" name="Date Placeholder 3"/>
          <p:cNvSpPr>
            <a:spLocks noGrp="1"/>
          </p:cNvSpPr>
          <p:nvPr>
            <p:ph type="dt" sz="half" idx="10"/>
          </p:nvPr>
        </p:nvSpPr>
        <p:spPr/>
        <p:txBody>
          <a:bodyPr/>
          <a:lstStyle/>
          <a:p>
            <a:fld id="{DB65A51E-3EFD-411D-83D6-236233ABEE4B}" type="datetime1">
              <a:rPr lang="en-GB" smtClean="0"/>
              <a:t>21/04/2022</a:t>
            </a:fld>
            <a:endParaRPr lang="en-GB"/>
          </a:p>
        </p:txBody>
      </p:sp>
      <p:sp>
        <p:nvSpPr>
          <p:cNvPr id="5" name="Slide Number Placeholder 4"/>
          <p:cNvSpPr>
            <a:spLocks noGrp="1"/>
          </p:cNvSpPr>
          <p:nvPr>
            <p:ph type="sldNum" sz="quarter" idx="12"/>
          </p:nvPr>
        </p:nvSpPr>
        <p:spPr/>
        <p:txBody>
          <a:bodyPr/>
          <a:lstStyle/>
          <a:p>
            <a:fld id="{8500421C-0D0E-42A1-86C3-294E7184D2F5}" type="slidenum">
              <a:rPr lang="en-GB" smtClean="0"/>
              <a:t>25</a:t>
            </a:fld>
            <a:endParaRPr lang="en-GB"/>
          </a:p>
        </p:txBody>
      </p:sp>
    </p:spTree>
    <p:extLst>
      <p:ext uri="{BB962C8B-B14F-4D97-AF65-F5344CB8AC3E}">
        <p14:creationId xmlns:p14="http://schemas.microsoft.com/office/powerpoint/2010/main" val="39734445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D5A2-CC1F-443B-BA7B-7143884891F3}"/>
              </a:ext>
            </a:extLst>
          </p:cNvPr>
          <p:cNvSpPr>
            <a:spLocks noGrp="1"/>
          </p:cNvSpPr>
          <p:nvPr>
            <p:ph type="title"/>
          </p:nvPr>
        </p:nvSpPr>
        <p:spPr>
          <a:xfrm>
            <a:off x="4230329" y="2528222"/>
            <a:ext cx="10515600" cy="1325563"/>
          </a:xfrm>
        </p:spPr>
        <p:txBody>
          <a:bodyPr/>
          <a:lstStyle/>
          <a:p>
            <a:r>
              <a:rPr lang="en-GB" dirty="0"/>
              <a:t>Thank You</a:t>
            </a:r>
          </a:p>
        </p:txBody>
      </p:sp>
      <p:sp>
        <p:nvSpPr>
          <p:cNvPr id="3" name="Slide Number Placeholder 2"/>
          <p:cNvSpPr>
            <a:spLocks noGrp="1"/>
          </p:cNvSpPr>
          <p:nvPr>
            <p:ph type="sldNum" sz="quarter" idx="12"/>
          </p:nvPr>
        </p:nvSpPr>
        <p:spPr/>
        <p:txBody>
          <a:bodyPr/>
          <a:lstStyle/>
          <a:p>
            <a:fld id="{8500421C-0D0E-42A1-86C3-294E7184D2F5}" type="slidenum">
              <a:rPr lang="en-GB" smtClean="0"/>
              <a:t>26</a:t>
            </a:fld>
            <a:endParaRPr lang="en-GB"/>
          </a:p>
        </p:txBody>
      </p:sp>
      <p:sp>
        <p:nvSpPr>
          <p:cNvPr id="4" name="Date Placeholder 3"/>
          <p:cNvSpPr>
            <a:spLocks noGrp="1"/>
          </p:cNvSpPr>
          <p:nvPr>
            <p:ph type="dt" sz="half" idx="10"/>
          </p:nvPr>
        </p:nvSpPr>
        <p:spPr/>
        <p:txBody>
          <a:bodyPr/>
          <a:lstStyle/>
          <a:p>
            <a:fld id="{58FE4881-8AB4-44CE-A44D-54D86567FD0F}" type="datetime1">
              <a:rPr lang="en-GB" smtClean="0"/>
              <a:t>21/04/2022</a:t>
            </a:fld>
            <a:endParaRPr lang="en-GB"/>
          </a:p>
        </p:txBody>
      </p:sp>
    </p:spTree>
    <p:extLst>
      <p:ext uri="{BB962C8B-B14F-4D97-AF65-F5344CB8AC3E}">
        <p14:creationId xmlns:p14="http://schemas.microsoft.com/office/powerpoint/2010/main" val="16678974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2267</TotalTime>
  <Words>370</Words>
  <Application>Microsoft Office PowerPoint</Application>
  <PresentationFormat>Widescreen</PresentationFormat>
  <Paragraphs>123</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Food Order System</vt:lpstr>
      <vt:lpstr>Submitted By:</vt:lpstr>
      <vt:lpstr>Outline</vt:lpstr>
      <vt:lpstr>Motivation</vt:lpstr>
      <vt:lpstr>Project Feasibility</vt:lpstr>
      <vt:lpstr>Implementation</vt:lpstr>
      <vt:lpstr>System Model </vt:lpstr>
      <vt:lpstr>Web Ordering System Module </vt:lpstr>
      <vt:lpstr>Schema Diagram</vt:lpstr>
      <vt:lpstr>ER Diagram</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Order System</dc:title>
  <dc:creator>Taijul Islam</dc:creator>
  <cp:lastModifiedBy>Taijul</cp:lastModifiedBy>
  <cp:revision>28</cp:revision>
  <dcterms:created xsi:type="dcterms:W3CDTF">2022-03-25T17:29:40Z</dcterms:created>
  <dcterms:modified xsi:type="dcterms:W3CDTF">2022-04-21T05:10:01Z</dcterms:modified>
</cp:coreProperties>
</file>